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6070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02A43"/>
                </a:solidFill>
              </a:defRPr>
            </a:pPr>
            <a:r>
              <a:t>Day 1: JavaScript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10896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1F4E79"/>
                </a:solidFill>
              </a:defRPr>
            </a:pPr>
            <a:r>
              <a:t>Introduction • Setup • First Program • Browser Console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4251960"/>
            <a:ext cx="10515600" cy="1051560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243B53"/>
                </a:solidFill>
              </a:defRPr>
            </a:pPr>
            <a:r>
              <a:t>Today's goal: understand JavaScript in simple language and run your first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Today's 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Understand what JavaScript is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Understand why websites need JavaScript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Know the difference between HTML, CSS and JavaScript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Understand where JavaScript runs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Learn the three common ways to add JavaScript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Use the browser Console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Write and run your first JavaScript program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Tell students: If you understand these seven points today, Day 1 is successful.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What is JavaScript?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3/22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is a programming language used to make web pages interactive and dynamic.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HTML gives a page its structure.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CSS controls its appearance.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controls behavior and interaction.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can respond to clicks, keyboard input, forms, timers and data from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Simple analogy: HTML = skeleton, CSS = clothes/style, JavaScript = brain/behavior.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Why Do We Need JavaScript?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4/22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Without JavaScript, many pages would mostly display information.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With JavaScript, a page can react when the user does something.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Examples: button click, menu opening, form validation, calculator, image slider, live search, dark mode.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Modern JavaScript is also used outside the browser: servers, tools, automation and many applications.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Ask the class: “What happens when you click the Like button on a website?”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HTML vs CSS vs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5/22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HTML → structure: headings, paragraphs, buttons, forms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CSS → presentation: colors, spacing, layout, fonts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→ behavior: click actions, calculations, dynamic content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Real websites normally use all three together.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Mini example: HTML creates a button, CSS makes it attractive, JavaScript decides what happens after the click.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Real-World JavaScript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Interactive navigation menus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Form validation before submission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Shopping carts and price calculations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Online quizzes and exams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Dashboards and charts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Chat applications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Maps and location-based interfaces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Single-page applications such as many modern web apps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Connect examples to students' daily experience so the language feels practical, not theoretical.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Where Does JavaScript Run?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7/22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Most beginner JavaScript runs inside a web browser.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Browsers such as Chrome, Edge and Firefox contain a JavaScript engine.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The browser reads the HTML page and executes JavaScript.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can also run outside browsers using environments such as Node.js.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For Day 1, focus on the browser. Node.js will come later.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How a Web Page Uses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8/22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1. Browser loads HTML.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2. HTML creates the page structure.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3. CSS is applied for design.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4. JavaScript is loaded and executed.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5. JavaScript can read/change the page and respond to user actions.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Explain that JavaScript does not replace HTML or CSS; it works with them.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JavaScript Engine — Simple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9/22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A JavaScript engine is the part of the browser that executes JavaScript code.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Different browsers use different engines.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You do not need to install a JavaScript compiler just to start browser-based JavaScript.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For beginners, Chrome DevTools gives us an easy place to experiment.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Avoid going too deep into engine internals on Day 1.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Your First JavaScript: Console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Open Chrome → press F12 or Ctrl + Shift + J.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Go to the Console tab.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Type: console.log('Hello, JavaScript!');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Press Enter.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The browser prints the message.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Live demo: intentionally make a small typo and show the error. Explain that errors are normal in programming.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Understanding console.log()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11/22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console is a browser-provided object for developer tools.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log() is a method used to print information to the Console.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Text is written inside quotes.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Example: console.log('My name is Sahil');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You can also print numbers: console.log(25);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console.log('Hello, JavaScript!');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Do not worry about objects and methods in depth yet. Say: “We will understand this properly later.”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Three Ways to Add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1. Inline JavaScript — written directly inside an HTML element.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2. Internal JavaScript — written inside a &lt;script&gt; tag in the HTML file.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3. External JavaScript — written in a separate .js file and linked to HTML.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For real projects, external JavaScript is generally the cleanest approach.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Show all three, then recommend external JavaScript for projects.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Method 1: Inline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13/22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Example: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&lt;button onclick="alert('Hello!')"&gt;Click Me&lt;/button&gt;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The onclick attribute tells the browser what to do when the button is clicked.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It is useful for demonstrating the idea, but large projects should avoid putting lots of JavaScript directly in HTML.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&lt;button onclick="alert('Hello!')"&gt;Click Me&lt;/button&gt;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Explain that inline code becomes difficult to maintain when a project grows.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Method 2: Internal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14/22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Example: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&lt;script&gt;</a:t>
            </a:r>
            <a:br/>
            <a:r>
              <a:t>  console.log('Hello from internal JavaScript');</a:t>
            </a:r>
            <a:br/>
            <a:r>
              <a:t>&lt;/script&gt;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The JavaScript is placed inside the HTML document.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Good for small demonstrations and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&lt;script&gt;\n  console.log('Hello from internal JS');\n&lt;/script&gt;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Live demo: create an index.html and run it in the browser.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Method 3: External JavaScript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15/22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HTML file: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&lt;script src="script.js"&gt;&lt;/script&gt;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JavaScript file: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console.log('Hello from script.js');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The HTML and JavaScript stay separate.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This improves organization and makes code easier to reuse and maintain.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&lt;script src="script.js"&gt;&lt;/script&gt;\n\n// script.js\nconsole.log('Hello from script.js');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Make students create index.html + script.js.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Where Should the &lt;script&gt; 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16/22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A script can be placed in the HTML document.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For beginners, show it near the end of &lt;body&gt; so the page content has loaded before the script runs.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Another common approach is using defer in the &lt;head&gt;: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&lt;script src="script.js" defer&gt;&lt;/script&gt;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Explain defer briefly; detailed loading behavior can come later.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&lt;script src="script.js"&gt;&lt;/script&gt;\n\n&lt;script src="script.js" defer&gt;&lt;/script&gt;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Key idea: script loading position can affect when JavaScript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First Mini Project: Welcome Page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17/22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Create a simple HTML page.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Add a heading: “Welcome to JavaScript”.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Add a button: “Click Me”.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Connect an external script.js file.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When the page loads, print a welcome message in the Console.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Optional: make the button show an alert.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// script.js\nconsole.log('Welcome to JavaScript!');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Students should type the code themselves rather than copy-paste.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Practice: Your First 5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18/22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1. Print your name.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2. Print your age.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3. Print your college/course.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4. Print a motivational message.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5. Print two numbers.</a:t>
            </a:r>
          </a:p>
          <a:p>
            <a:pPr>
              <a:spcAft>
                <a:spcPts val="1100"/>
              </a:spcAft>
              <a:defRPr sz="1900">
                <a:solidFill>
                  <a:srgbClr val="243B53"/>
                </a:solidFill>
              </a:defRPr>
            </a:pPr>
            <a:r>
              <a:t>Use console.log() for all five.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383280"/>
            <a:ext cx="4663440" cy="1508760"/>
          </a:xfrm>
          <a:prstGeom prst="roundRect">
            <a:avLst/>
          </a:prstGeom>
          <a:solidFill>
            <a:srgbClr val="F5F7F9"/>
          </a:solidFill>
          <a:ln>
            <a:solidFill>
              <a:srgbClr val="C8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02A43"/>
                </a:solidFill>
                <a:latin typeface="Courier New"/>
              </a:defRPr>
            </a:pPr>
            <a:r>
              <a:t>console.log('My name is Sahil');\nconsole.log(25);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Walk around/check that every student can open the Console and see output.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Common Beginner Mistakes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19/22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Forgetting quotes around text.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Forgetting to link script.js correctly.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Typing the file name incorrectly.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Opening the wrong HTML file.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Using the wrong Console tab.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Mixing JavaScript code with plain text without proper syntax.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Panicking when an error appears — errors are part of learning.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Teach debugging as a normal skill from Day 1.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Day 1 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20/22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What is JavaScript?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What is the role of HTML?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What is the role of CSS?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Where does browser JavaScript run?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What does console.log() do?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Name three ways to add JavaScript to HTML.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Why is external JavaScript useful?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Ask students to answer without looking at their notes.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Day 1 Homework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21/22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Create a folder: JS-Day-1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Create index.html and script.js.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Connect script.js correctly.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Print your name, course, city and one goal.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Create a button that shows an alert.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Write 3 lines explaining HTML vs CSS vs JavaScript.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Take a screenshot of your working page/Console.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Homework should be submitted as a folder or zipped project.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02A43"/>
                </a:solidFill>
              </a:defRPr>
            </a:pPr>
            <a:r>
              <a:t>Day 1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2606D"/>
                </a:solidFill>
              </a:defRPr>
            </a:pPr>
            <a:r>
              <a:t>JavaScript Day 1 • Beginner Lecture • 22/22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98480" cy="4892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JavaScript adds behavior and interactivity.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HTML = structure; CSS = style; JavaScript = behavior.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Browser JavaScript runs through a JavaScript engine.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console.log() is our first debugging/output tool.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JavaScript can be inline, internal or external.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External JavaScript is preferred for organized projects.</a:t>
            </a:r>
          </a:p>
          <a:p>
            <a:pPr>
              <a:spcAft>
                <a:spcPts val="1100"/>
              </a:spcAft>
              <a:defRPr sz="1700">
                <a:solidFill>
                  <a:srgbClr val="243B53"/>
                </a:solidFill>
              </a:defRPr>
            </a:pPr>
            <a:r>
              <a:t>Next: syntax, statements and comments.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5715000"/>
            <a:ext cx="10881360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B9CA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>
                <a:solidFill>
                  <a:srgbClr val="52606D"/>
                </a:solidFill>
              </a:defRPr>
            </a:pPr>
            <a:r>
              <a:t>Teacher tip: Close with: “Today you did not just read JavaScript — you executed it.”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